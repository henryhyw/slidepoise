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/Users/henry/Codes/AI_slide_drafting/examples/personal-thinking-system/run/slides/s02-question/work/accepted-slide.png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nclusion-rule"/>
          <p:cNvSpPr/>
          <p:nvPr/>
        </p:nvSpPr>
        <p:spPr>
          <a:xfrm>
            <a:off x="5234940" y="5242560"/>
            <a:ext cx="594360" cy="7620"/>
          </a:xfrm>
          <a:prstGeom prst="rect">
            <a:avLst/>
          </a:prstGeom>
          <a:solidFill>
            <a:srgbClr val="8B88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question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1432560"/>
            <a:ext cx="4076700" cy="42291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5204460" y="327660"/>
            <a:ext cx="46634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Keep the</a:t>
            </a:r>
            <a:endParaRPr lang="en-US" sz="8850" dirty="0" spc="57"/>
          </a:p>
        </p:txBody>
      </p:sp>
      <p:sp>
        <p:nvSpPr>
          <p:cNvPr id="6" name="title-second"/>
          <p:cNvSpPr txBox="1"/>
          <p:nvPr/>
        </p:nvSpPr>
        <p:spPr>
          <a:xfrm>
            <a:off x="5181600" y="1379220"/>
            <a:ext cx="6858000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 open.</a:t>
            </a:r>
            <a:endParaRPr lang="en-US" sz="8850" dirty="0" spc="57"/>
          </a:p>
        </p:txBody>
      </p:sp>
      <p:sp>
        <p:nvSpPr>
          <p:cNvPr id="7" name="premise"/>
          <p:cNvSpPr txBox="1"/>
          <p:nvPr/>
        </p:nvSpPr>
        <p:spPr>
          <a:xfrm>
            <a:off x="5227320" y="3063240"/>
            <a:ext cx="4922520" cy="3581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7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answer can close a thought too early.</a:t>
            </a:r>
            <a:endParaRPr lang="en-US" sz="1750" dirty="0" spc="0"/>
          </a:p>
        </p:txBody>
      </p:sp>
      <p:sp>
        <p:nvSpPr>
          <p:cNvPr id="8" name="prompt-first"/>
          <p:cNvSpPr txBox="1"/>
          <p:nvPr/>
        </p:nvSpPr>
        <p:spPr>
          <a:xfrm>
            <a:off x="5219700" y="3870960"/>
            <a:ext cx="379476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am I assuming?</a:t>
            </a:r>
            <a:endParaRPr lang="en-US" sz="2200" dirty="0" spc="0"/>
          </a:p>
        </p:txBody>
      </p:sp>
      <p:sp>
        <p:nvSpPr>
          <p:cNvPr id="9" name="prompt-second"/>
          <p:cNvSpPr txBox="1"/>
          <p:nvPr/>
        </p:nvSpPr>
        <p:spPr>
          <a:xfrm>
            <a:off x="5219700" y="4457700"/>
            <a:ext cx="466344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would change my mind?</a:t>
            </a:r>
            <a:endParaRPr lang="en-US" sz="2200" dirty="0" spc="0"/>
          </a:p>
        </p:txBody>
      </p:sp>
      <p:sp>
        <p:nvSpPr>
          <p:cNvPr id="10" name="conclusion"/>
          <p:cNvSpPr txBox="1"/>
          <p:nvPr/>
        </p:nvSpPr>
        <p:spPr>
          <a:xfrm>
            <a:off x="5219700" y="5554980"/>
            <a:ext cx="481584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6"/>
            </a:pPr>
            <a:r>
              <a:rPr lang="en-US" sz="1400" spc="6" kern="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conversation begins with a better question.</a:t>
            </a:r>
            <a:endParaRPr lang="en-US" sz="1400" dirty="0" spc="6"/>
          </a:p>
        </p:txBody>
      </p:sp>
      <p:sp>
        <p:nvSpPr>
          <p:cNvPr id="11" name="field-note"/>
          <p:cNvSpPr txBox="1"/>
          <p:nvPr/>
        </p:nvSpPr>
        <p:spPr>
          <a:xfrm>
            <a:off x="510540" y="6271260"/>
            <a:ext cx="1676400" cy="2209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02</a:t>
            </a:r>
            <a:endParaRPr lang="en-US" sz="100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2026-09-05T11:13:37Z</dcterms:created>
  <dcterms:modified xsi:type="dcterms:W3CDTF">2026-09-05T11:13:37Z</dcterms:modified>
</cp:coreProperties>
</file>