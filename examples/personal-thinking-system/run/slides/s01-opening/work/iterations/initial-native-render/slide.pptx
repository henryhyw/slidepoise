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/Users/henry/Codes/AI_slide_drafting/examples/personal-thinking-system/run/slides/s01-opening/work/accepted-slide.png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footer-rule"/>
          <p:cNvSpPr/>
          <p:nvPr/>
        </p:nvSpPr>
        <p:spPr>
          <a:xfrm>
            <a:off x="2598420" y="6042660"/>
            <a:ext cx="739140" cy="7620"/>
          </a:xfrm>
          <a:prstGeom prst="rect">
            <a:avLst/>
          </a:prstGeom>
          <a:solidFill>
            <a:srgbClr val="7771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hand-staircase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632460"/>
            <a:ext cx="4945380" cy="56007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632460" y="533400"/>
            <a:ext cx="55397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second</a:t>
            </a:r>
            <a:endParaRPr lang="en-US" sz="11600" dirty="0"/>
          </a:p>
        </p:txBody>
      </p:sp>
      <p:sp>
        <p:nvSpPr>
          <p:cNvPr id="6" name="title-second"/>
          <p:cNvSpPr txBox="1"/>
          <p:nvPr/>
        </p:nvSpPr>
        <p:spPr>
          <a:xfrm>
            <a:off x="632460" y="1874520"/>
            <a:ext cx="53263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thinking</a:t>
            </a:r>
            <a:endParaRPr lang="en-US" sz="11600" dirty="0"/>
          </a:p>
        </p:txBody>
      </p:sp>
      <p:sp>
        <p:nvSpPr>
          <p:cNvPr id="7" name="title-third"/>
          <p:cNvSpPr txBox="1"/>
          <p:nvPr/>
        </p:nvSpPr>
        <p:spPr>
          <a:xfrm>
            <a:off x="662940" y="3063240"/>
            <a:ext cx="473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system</a:t>
            </a:r>
            <a:endParaRPr lang="en-US" sz="11600" dirty="0"/>
          </a:p>
        </p:txBody>
      </p:sp>
      <p:sp>
        <p:nvSpPr>
          <p:cNvPr id="8" name="subtitle"/>
          <p:cNvSpPr txBox="1"/>
          <p:nvPr/>
        </p:nvSpPr>
        <p:spPr>
          <a:xfrm>
            <a:off x="662940" y="4983480"/>
            <a:ext cx="5105400" cy="3048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outsourcing a point of view.</a:t>
            </a:r>
            <a:endParaRPr lang="en-US" sz="1500" dirty="0"/>
          </a:p>
        </p:txBody>
      </p:sp>
      <p:sp>
        <p:nvSpPr>
          <p:cNvPr id="9" name="field-note"/>
          <p:cNvSpPr txBox="1"/>
          <p:nvPr/>
        </p:nvSpPr>
        <p:spPr>
          <a:xfrm>
            <a:off x="655320" y="5935980"/>
            <a:ext cx="1752600" cy="2362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423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NOTES / 01</a:t>
            </a:r>
            <a:endParaRPr lang="en-US" sz="1250" dirty="0"/>
          </a:p>
        </p:txBody>
      </p:sp>
      <p:sp>
        <p:nvSpPr>
          <p:cNvPr id="10" name="essay-label"/>
          <p:cNvSpPr txBox="1"/>
          <p:nvPr/>
        </p:nvSpPr>
        <p:spPr>
          <a:xfrm>
            <a:off x="3771900" y="5935980"/>
            <a:ext cx="2148840" cy="25146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essay in five parts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2026-09-05T10:57:40Z</dcterms:created>
  <dcterms:modified xsi:type="dcterms:W3CDTF">2026-09-05T10:57:40Z</dcterms:modified>
</cp:coreProperties>
</file>