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/Users/henry/Codes/AI_slide_drafting/output/showcase-revisions/personal-v2-authoring/slides/s01-opening/work/accepted-slide.png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footer-rule"/>
          <p:cNvSpPr/>
          <p:nvPr/>
        </p:nvSpPr>
        <p:spPr>
          <a:xfrm>
            <a:off x="2598420" y="6438900"/>
            <a:ext cx="739140" cy="7620"/>
          </a:xfrm>
          <a:prstGeom prst="rect">
            <a:avLst/>
          </a:prstGeom>
          <a:solidFill>
            <a:srgbClr val="7771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hand-staircase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632460"/>
            <a:ext cx="4945380" cy="5600700"/>
          </a:xfrm>
          <a:prstGeom prst="rect">
            <a:avLst/>
          </a:prstGeom>
        </p:spPr>
      </p:pic>
      <p:sp>
        <p:nvSpPr>
          <p:cNvPr id="5" name="title-first"/>
          <p:cNvSpPr txBox="1"/>
          <p:nvPr/>
        </p:nvSpPr>
        <p:spPr>
          <a:xfrm>
            <a:off x="662940" y="449580"/>
            <a:ext cx="553974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 second</a:t>
            </a:r>
            <a:endParaRPr lang="en-US" sz="11600" dirty="0" spc="0"/>
          </a:p>
        </p:txBody>
      </p:sp>
      <p:sp>
        <p:nvSpPr>
          <p:cNvPr id="6" name="title-second"/>
          <p:cNvSpPr txBox="1"/>
          <p:nvPr/>
        </p:nvSpPr>
        <p:spPr>
          <a:xfrm>
            <a:off x="647700" y="1783080"/>
            <a:ext cx="5326380" cy="191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thinking</a:t>
            </a:r>
            <a:endParaRPr lang="en-US" sz="11600" dirty="0" spc="0"/>
          </a:p>
        </p:txBody>
      </p:sp>
      <p:sp>
        <p:nvSpPr>
          <p:cNvPr id="7" name="title-third"/>
          <p:cNvSpPr txBox="1"/>
          <p:nvPr/>
        </p:nvSpPr>
        <p:spPr>
          <a:xfrm>
            <a:off x="624840" y="2971800"/>
            <a:ext cx="4739640" cy="200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system</a:t>
            </a:r>
            <a:endParaRPr lang="en-US" sz="11600" dirty="0" spc="0"/>
          </a:p>
        </p:txBody>
      </p:sp>
      <p:sp>
        <p:nvSpPr>
          <p:cNvPr id="8" name="subtitle"/>
          <p:cNvSpPr txBox="1"/>
          <p:nvPr/>
        </p:nvSpPr>
        <p:spPr>
          <a:xfrm>
            <a:off x="655320" y="4953000"/>
            <a:ext cx="5433060" cy="3048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0"/>
            </a:pPr>
            <a:r>
              <a:rPr lang="en-US" sz="16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AI without outsourcing a point of view.</a:t>
            </a:r>
            <a:endParaRPr lang="en-US" sz="1600" dirty="0" spc="0"/>
          </a:p>
        </p:txBody>
      </p:sp>
      <p:sp>
        <p:nvSpPr>
          <p:cNvPr id="9" name="field-note"/>
          <p:cNvSpPr txBox="1"/>
          <p:nvPr/>
        </p:nvSpPr>
        <p:spPr>
          <a:xfrm>
            <a:off x="655320" y="6324600"/>
            <a:ext cx="218694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01</a:t>
            </a:r>
            <a:endParaRPr lang="en-US" sz="1200" dirty="0" spc="0"/>
          </a:p>
        </p:txBody>
      </p:sp>
      <p:sp>
        <p:nvSpPr>
          <p:cNvPr id="10" name="essay-label"/>
          <p:cNvSpPr txBox="1"/>
          <p:nvPr/>
        </p:nvSpPr>
        <p:spPr>
          <a:xfrm>
            <a:off x="3771900" y="6301740"/>
            <a:ext cx="2263140" cy="2590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essay in five parts</a:t>
            </a:r>
            <a:endParaRPr lang="en-US" sz="145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2026-09-05T15:01:05Z</dcterms:created>
  <dcterms:modified xsi:type="dcterms:W3CDTF">2026-09-05T15:01:05Z</dcterms:modified>
</cp:coreProperties>
</file>