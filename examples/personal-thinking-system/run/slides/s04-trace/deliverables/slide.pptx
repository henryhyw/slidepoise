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/Users/henry/Codes/AI_slide_drafting/examples/personal-thinking-system/run/slides/s04-trace/work/accepted-slide.png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notebook" descr="note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3680460"/>
            <a:ext cx="2034540" cy="1493520"/>
          </a:xfrm>
          <a:prstGeom prst="rect">
            <a:avLst/>
          </a:prstGeom>
        </p:spPr>
      </p:pic>
      <p:pic>
        <p:nvPicPr>
          <p:cNvPr id="4" name="archive-collage" descr="archive-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340" y="891540"/>
            <a:ext cx="2964180" cy="5036820"/>
          </a:xfrm>
          <a:prstGeom prst="rect">
            <a:avLst/>
          </a:prstGeom>
        </p:spPr>
      </p:pic>
      <p:sp>
        <p:nvSpPr>
          <p:cNvPr id="5" name="record-separator-0"/>
          <p:cNvSpPr/>
          <p:nvPr/>
        </p:nvSpPr>
        <p:spPr>
          <a:xfrm>
            <a:off x="5166360" y="131064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1198"/>
                </a:moveTo>
                <a:lnTo>
                  <a:pt x="3573" y="58423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6" name="record-rule-0"/>
          <p:cNvSpPr/>
          <p:nvPr/>
        </p:nvSpPr>
        <p:spPr>
          <a:xfrm>
            <a:off x="4450080" y="225552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531"/>
                </a:moveTo>
                <a:lnTo>
                  <a:pt x="3979317" y="-3531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7" name="record-separator-1"/>
          <p:cNvSpPr/>
          <p:nvPr/>
        </p:nvSpPr>
        <p:spPr>
          <a:xfrm>
            <a:off x="5166360" y="258318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3231"/>
                </a:moveTo>
                <a:lnTo>
                  <a:pt x="3573" y="57980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8" name="record-rule-1"/>
          <p:cNvSpPr/>
          <p:nvPr/>
        </p:nvSpPr>
        <p:spPr>
          <a:xfrm>
            <a:off x="4450080" y="352044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40"/>
                </a:moveTo>
                <a:lnTo>
                  <a:pt x="3979317" y="-34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9" name="record-separator-2"/>
          <p:cNvSpPr/>
          <p:nvPr/>
        </p:nvSpPr>
        <p:spPr>
          <a:xfrm>
            <a:off x="5166360" y="384810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40"/>
                </a:moveTo>
                <a:lnTo>
                  <a:pt x="3573" y="58299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0" name="record-rule-2"/>
          <p:cNvSpPr/>
          <p:nvPr/>
        </p:nvSpPr>
        <p:spPr>
          <a:xfrm>
            <a:off x="4450080" y="478536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2850"/>
                </a:moveTo>
                <a:lnTo>
                  <a:pt x="3979317" y="285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1" name="record-separator-3"/>
          <p:cNvSpPr/>
          <p:nvPr/>
        </p:nvSpPr>
        <p:spPr>
          <a:xfrm>
            <a:off x="5166360" y="511302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3150"/>
                </a:moveTo>
                <a:lnTo>
                  <a:pt x="3573" y="58618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2" name="title-first"/>
          <p:cNvSpPr txBox="1"/>
          <p:nvPr/>
        </p:nvSpPr>
        <p:spPr>
          <a:xfrm>
            <a:off x="662940" y="66294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59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Leave</a:t>
            </a:r>
            <a:endParaRPr lang="en-US" sz="5900" dirty="0" spc="0"/>
          </a:p>
        </p:txBody>
      </p:sp>
      <p:sp>
        <p:nvSpPr>
          <p:cNvPr id="13" name="title-second"/>
          <p:cNvSpPr txBox="1"/>
          <p:nvPr/>
        </p:nvSpPr>
        <p:spPr>
          <a:xfrm>
            <a:off x="662940" y="139446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57"/>
            </a:pPr>
            <a:r>
              <a:rPr lang="en-US" sz="5900" dirty="0" spc="-57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trace of</a:t>
            </a:r>
            <a:endParaRPr lang="en-US" sz="5900" dirty="0" spc="-57"/>
          </a:p>
        </p:txBody>
      </p:sp>
      <p:sp>
        <p:nvSpPr>
          <p:cNvPr id="14" name="title-third"/>
          <p:cNvSpPr txBox="1"/>
          <p:nvPr/>
        </p:nvSpPr>
        <p:spPr>
          <a:xfrm>
            <a:off x="662940" y="2125980"/>
            <a:ext cx="368046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95"/>
            </a:pPr>
            <a:r>
              <a:rPr lang="en-US" sz="5900" dirty="0" spc="-19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the thinking.</a:t>
            </a:r>
            <a:endParaRPr lang="en-US" sz="5900" dirty="0" spc="-195"/>
          </a:p>
        </p:txBody>
      </p:sp>
      <p:sp>
        <p:nvSpPr>
          <p:cNvPr id="15" name="caption"/>
          <p:cNvSpPr txBox="1"/>
          <p:nvPr/>
        </p:nvSpPr>
        <p:spPr>
          <a:xfrm>
            <a:off x="662940" y="5364480"/>
            <a:ext cx="3352800" cy="5486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record makes</a:t>
            </a:r>
            <a:endParaRPr lang="en-US" sz="1300" dirty="0" spc="0"/>
          </a:p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conversation reusable.</a:t>
            </a:r>
            <a:endParaRPr lang="en-US" sz="1300" dirty="0" spc="0"/>
          </a:p>
        </p:txBody>
      </p:sp>
      <p:sp>
        <p:nvSpPr>
          <p:cNvPr id="16" name="record-number-0"/>
          <p:cNvSpPr txBox="1"/>
          <p:nvPr/>
        </p:nvSpPr>
        <p:spPr>
          <a:xfrm>
            <a:off x="4450080" y="125730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01</a:t>
            </a:r>
            <a:endParaRPr lang="en-US" sz="4100" dirty="0" spc="0"/>
          </a:p>
        </p:txBody>
      </p:sp>
      <p:sp>
        <p:nvSpPr>
          <p:cNvPr id="17" name="record-heading-0"/>
          <p:cNvSpPr txBox="1"/>
          <p:nvPr/>
        </p:nvSpPr>
        <p:spPr>
          <a:xfrm>
            <a:off x="5455920" y="125730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Source</a:t>
            </a:r>
            <a:endParaRPr lang="en-US" sz="2100" dirty="0" spc="0"/>
          </a:p>
        </p:txBody>
      </p:sp>
      <p:sp>
        <p:nvSpPr>
          <p:cNvPr id="18" name="record-question-0"/>
          <p:cNvSpPr txBox="1"/>
          <p:nvPr/>
        </p:nvSpPr>
        <p:spPr>
          <a:xfrm>
            <a:off x="5455920" y="165354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I encounter?</a:t>
            </a:r>
            <a:endParaRPr lang="en-US" sz="1300" dirty="0" spc="0"/>
          </a:p>
        </p:txBody>
      </p:sp>
      <p:sp>
        <p:nvSpPr>
          <p:cNvPr id="19" name="record-number-1"/>
          <p:cNvSpPr txBox="1"/>
          <p:nvPr/>
        </p:nvSpPr>
        <p:spPr>
          <a:xfrm>
            <a:off x="4450080" y="252222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02</a:t>
            </a:r>
            <a:endParaRPr lang="en-US" sz="4100" dirty="0" spc="0"/>
          </a:p>
        </p:txBody>
      </p:sp>
      <p:sp>
        <p:nvSpPr>
          <p:cNvPr id="20" name="record-heading-1"/>
          <p:cNvSpPr txBox="1"/>
          <p:nvPr/>
        </p:nvSpPr>
        <p:spPr>
          <a:xfrm>
            <a:off x="5455920" y="252222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</a:t>
            </a:r>
            <a:endParaRPr lang="en-US" sz="2100" dirty="0" spc="0"/>
          </a:p>
        </p:txBody>
      </p:sp>
      <p:sp>
        <p:nvSpPr>
          <p:cNvPr id="21" name="record-question-1"/>
          <p:cNvSpPr txBox="1"/>
          <p:nvPr/>
        </p:nvSpPr>
        <p:spPr>
          <a:xfrm>
            <a:off x="5455920" y="292608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unsettle?</a:t>
            </a:r>
            <a:endParaRPr lang="en-US" sz="1300" dirty="0" spc="0"/>
          </a:p>
        </p:txBody>
      </p:sp>
      <p:sp>
        <p:nvSpPr>
          <p:cNvPr id="22" name="record-number-2"/>
          <p:cNvSpPr txBox="1"/>
          <p:nvPr/>
        </p:nvSpPr>
        <p:spPr>
          <a:xfrm>
            <a:off x="4450080" y="378714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03</a:t>
            </a:r>
            <a:endParaRPr lang="en-US" sz="4100" dirty="0" spc="0"/>
          </a:p>
        </p:txBody>
      </p:sp>
      <p:sp>
        <p:nvSpPr>
          <p:cNvPr id="23" name="record-heading-2"/>
          <p:cNvSpPr txBox="1"/>
          <p:nvPr/>
        </p:nvSpPr>
        <p:spPr>
          <a:xfrm>
            <a:off x="5455920" y="378714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Counterargument</a:t>
            </a:r>
            <a:endParaRPr lang="en-US" sz="2100" dirty="0" spc="0"/>
          </a:p>
        </p:txBody>
      </p:sp>
      <p:sp>
        <p:nvSpPr>
          <p:cNvPr id="24" name="record-question-2"/>
          <p:cNvSpPr txBox="1"/>
          <p:nvPr/>
        </p:nvSpPr>
        <p:spPr>
          <a:xfrm>
            <a:off x="5455920" y="419100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strongest objection?</a:t>
            </a:r>
            <a:endParaRPr lang="en-US" sz="1300" dirty="0" spc="0"/>
          </a:p>
        </p:txBody>
      </p:sp>
      <p:sp>
        <p:nvSpPr>
          <p:cNvPr id="25" name="record-number-3"/>
          <p:cNvSpPr txBox="1"/>
          <p:nvPr/>
        </p:nvSpPr>
        <p:spPr>
          <a:xfrm>
            <a:off x="4450080" y="505968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04</a:t>
            </a:r>
            <a:endParaRPr lang="en-US" sz="4100" dirty="0" spc="0"/>
          </a:p>
        </p:txBody>
      </p:sp>
      <p:sp>
        <p:nvSpPr>
          <p:cNvPr id="26" name="record-heading-3"/>
          <p:cNvSpPr txBox="1"/>
          <p:nvPr/>
        </p:nvSpPr>
        <p:spPr>
          <a:xfrm>
            <a:off x="5455920" y="505968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Decision</a:t>
            </a:r>
            <a:endParaRPr lang="en-US" sz="2100" dirty="0" spc="0"/>
          </a:p>
        </p:txBody>
      </p:sp>
      <p:sp>
        <p:nvSpPr>
          <p:cNvPr id="27" name="record-question-3"/>
          <p:cNvSpPr txBox="1"/>
          <p:nvPr/>
        </p:nvSpPr>
        <p:spPr>
          <a:xfrm>
            <a:off x="5455920" y="545592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I carry forward?</a:t>
            </a:r>
            <a:endParaRPr lang="en-US" sz="1300" dirty="0" spc="0"/>
          </a:p>
        </p:txBody>
      </p:sp>
      <p:sp>
        <p:nvSpPr>
          <p:cNvPr id="28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04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2026-09-08T10:56:34Z</dcterms:created>
  <dcterms:modified xsi:type="dcterms:W3CDTF">2026-09-08T10:56:34Z</dcterms:modified>
</cp:coreProperties>
</file>