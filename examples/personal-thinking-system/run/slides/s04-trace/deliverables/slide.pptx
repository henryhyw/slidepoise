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[SlidePoise sources]
Generated target visual: /Users/henry/Codes/AI_slide_drafting/output/showcase-revisions/personal-v2-authoring/slides/s04-trace/work/accepted-slide.png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per-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9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notebook" descr="noteboo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" y="3680460"/>
            <a:ext cx="2034540" cy="1493520"/>
          </a:xfrm>
          <a:prstGeom prst="rect">
            <a:avLst/>
          </a:prstGeom>
        </p:spPr>
      </p:pic>
      <p:pic>
        <p:nvPicPr>
          <p:cNvPr id="4" name="archive-collage" descr="archive-collag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6340" y="891540"/>
            <a:ext cx="2964180" cy="5036820"/>
          </a:xfrm>
          <a:prstGeom prst="rect">
            <a:avLst/>
          </a:prstGeom>
        </p:spPr>
      </p:pic>
      <p:sp>
        <p:nvSpPr>
          <p:cNvPr id="5" name="record-separator-0"/>
          <p:cNvSpPr/>
          <p:nvPr/>
        </p:nvSpPr>
        <p:spPr>
          <a:xfrm>
            <a:off x="5166360" y="131064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1198"/>
                </a:moveTo>
                <a:lnTo>
                  <a:pt x="3573" y="584238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6" name="record-rule-0"/>
          <p:cNvSpPr/>
          <p:nvPr/>
        </p:nvSpPr>
        <p:spPr>
          <a:xfrm>
            <a:off x="4450080" y="225552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-3531"/>
                </a:moveTo>
                <a:lnTo>
                  <a:pt x="3979317" y="-3531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7" name="record-separator-1"/>
          <p:cNvSpPr/>
          <p:nvPr/>
        </p:nvSpPr>
        <p:spPr>
          <a:xfrm>
            <a:off x="5166360" y="258318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-3231"/>
                </a:moveTo>
                <a:lnTo>
                  <a:pt x="3573" y="579808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8" name="record-rule-1"/>
          <p:cNvSpPr/>
          <p:nvPr/>
        </p:nvSpPr>
        <p:spPr>
          <a:xfrm>
            <a:off x="4450080" y="352044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-340"/>
                </a:moveTo>
                <a:lnTo>
                  <a:pt x="3979317" y="-340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9" name="record-separator-2"/>
          <p:cNvSpPr/>
          <p:nvPr/>
        </p:nvSpPr>
        <p:spPr>
          <a:xfrm>
            <a:off x="5166360" y="384810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-40"/>
                </a:moveTo>
                <a:lnTo>
                  <a:pt x="3573" y="582999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0" name="record-rule-2"/>
          <p:cNvSpPr/>
          <p:nvPr/>
        </p:nvSpPr>
        <p:spPr>
          <a:xfrm>
            <a:off x="4450080" y="4785360"/>
            <a:ext cx="3977640" cy="7620"/>
          </a:xfrm>
          <a:custGeom>
            <a:avLst/>
            <a:gdLst/>
            <a:ahLst/>
            <a:cxnLst/>
            <a:rect l="l" t="t" r="r" b="b"/>
            <a:pathLst>
              <a:path w="3977640" h="7620">
                <a:moveTo>
                  <a:pt x="-2042" y="2850"/>
                </a:moveTo>
                <a:lnTo>
                  <a:pt x="3979317" y="2850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1" name="record-separator-3"/>
          <p:cNvSpPr/>
          <p:nvPr/>
        </p:nvSpPr>
        <p:spPr>
          <a:xfrm>
            <a:off x="5166360" y="5113020"/>
            <a:ext cx="7620" cy="586740"/>
          </a:xfrm>
          <a:custGeom>
            <a:avLst/>
            <a:gdLst/>
            <a:ahLst/>
            <a:cxnLst/>
            <a:rect l="l" t="t" r="r" b="b"/>
            <a:pathLst>
              <a:path w="7620" h="586740">
                <a:moveTo>
                  <a:pt x="3573" y="3150"/>
                </a:moveTo>
                <a:lnTo>
                  <a:pt x="3573" y="586189"/>
                </a:lnTo>
              </a:path>
            </a:pathLst>
          </a:custGeom>
          <a:solidFill>
            <a:srgbClr val="FFFFFF">
              <a:alpha val="0"/>
            </a:srgbClr>
          </a:solidFill>
          <a:ln w="7620">
            <a:solidFill>
              <a:srgbClr val="8A8A88"/>
            </a:solidFill>
            <a:prstDash val="solid"/>
            <a:headEnd type="none"/>
            <a:tailEnd type="none"/>
          </a:ln>
        </p:spPr>
      </p:sp>
      <p:sp>
        <p:nvSpPr>
          <p:cNvPr id="12" name="title-first"/>
          <p:cNvSpPr txBox="1"/>
          <p:nvPr/>
        </p:nvSpPr>
        <p:spPr>
          <a:xfrm>
            <a:off x="662940" y="662940"/>
            <a:ext cx="35356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59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Leave</a:t>
            </a:r>
            <a:endParaRPr lang="en-US" sz="5900" dirty="0" spc="0"/>
          </a:p>
        </p:txBody>
      </p:sp>
      <p:sp>
        <p:nvSpPr>
          <p:cNvPr id="13" name="title-second"/>
          <p:cNvSpPr txBox="1"/>
          <p:nvPr/>
        </p:nvSpPr>
        <p:spPr>
          <a:xfrm>
            <a:off x="662940" y="1394460"/>
            <a:ext cx="353568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57"/>
            </a:pPr>
            <a:r>
              <a:rPr lang="en-US" sz="5900" dirty="0" spc="-57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a trace of</a:t>
            </a:r>
            <a:endParaRPr lang="en-US" sz="5900" dirty="0" spc="-57"/>
          </a:p>
        </p:txBody>
      </p:sp>
      <p:sp>
        <p:nvSpPr>
          <p:cNvPr id="14" name="title-third"/>
          <p:cNvSpPr txBox="1"/>
          <p:nvPr/>
        </p:nvSpPr>
        <p:spPr>
          <a:xfrm>
            <a:off x="662940" y="2125980"/>
            <a:ext cx="3680460" cy="899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-195"/>
            </a:pPr>
            <a:r>
              <a:rPr lang="en-US" sz="5900" dirty="0" spc="-195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the thinking.</a:t>
            </a:r>
            <a:endParaRPr lang="en-US" sz="5900" dirty="0" spc="-195"/>
          </a:p>
        </p:txBody>
      </p:sp>
      <p:sp>
        <p:nvSpPr>
          <p:cNvPr id="15" name="caption"/>
          <p:cNvSpPr txBox="1"/>
          <p:nvPr/>
        </p:nvSpPr>
        <p:spPr>
          <a:xfrm>
            <a:off x="662940" y="5364480"/>
            <a:ext cx="3352800" cy="54864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record makes</a:t>
            </a:r>
            <a:endParaRPr lang="en-US" sz="1300" dirty="0" spc="0"/>
          </a:p>
          <a:p>
            <a:pPr algn="l" indent="0" marL="0">
              <a:lnSpc>
                <a:spcPct val="12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 reusable.</a:t>
            </a:r>
            <a:endParaRPr lang="en-US" sz="1300" dirty="0" spc="0"/>
          </a:p>
        </p:txBody>
      </p:sp>
      <p:sp>
        <p:nvSpPr>
          <p:cNvPr id="16" name="record-number-0"/>
          <p:cNvSpPr txBox="1"/>
          <p:nvPr/>
        </p:nvSpPr>
        <p:spPr>
          <a:xfrm>
            <a:off x="4450080" y="125730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01</a:t>
            </a:r>
            <a:endParaRPr lang="en-US" sz="4100" dirty="0" spc="0"/>
          </a:p>
        </p:txBody>
      </p:sp>
      <p:sp>
        <p:nvSpPr>
          <p:cNvPr id="17" name="record-heading-0"/>
          <p:cNvSpPr txBox="1"/>
          <p:nvPr/>
        </p:nvSpPr>
        <p:spPr>
          <a:xfrm>
            <a:off x="5455920" y="125730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Source</a:t>
            </a:r>
            <a:endParaRPr lang="en-US" sz="2100" dirty="0" spc="0"/>
          </a:p>
        </p:txBody>
      </p:sp>
      <p:sp>
        <p:nvSpPr>
          <p:cNvPr id="18" name="record-question-0"/>
          <p:cNvSpPr txBox="1"/>
          <p:nvPr/>
        </p:nvSpPr>
        <p:spPr>
          <a:xfrm>
            <a:off x="5455920" y="165354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I encounter?</a:t>
            </a:r>
            <a:endParaRPr lang="en-US" sz="1300" dirty="0" spc="0"/>
          </a:p>
        </p:txBody>
      </p:sp>
      <p:sp>
        <p:nvSpPr>
          <p:cNvPr id="19" name="record-number-1"/>
          <p:cNvSpPr txBox="1"/>
          <p:nvPr/>
        </p:nvSpPr>
        <p:spPr>
          <a:xfrm>
            <a:off x="4450080" y="252222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02</a:t>
            </a:r>
            <a:endParaRPr lang="en-US" sz="4100" dirty="0" spc="0"/>
          </a:p>
        </p:txBody>
      </p:sp>
      <p:sp>
        <p:nvSpPr>
          <p:cNvPr id="20" name="record-heading-1"/>
          <p:cNvSpPr txBox="1"/>
          <p:nvPr/>
        </p:nvSpPr>
        <p:spPr>
          <a:xfrm>
            <a:off x="5455920" y="252222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Question</a:t>
            </a:r>
            <a:endParaRPr lang="en-US" sz="2100" dirty="0" spc="0"/>
          </a:p>
        </p:txBody>
      </p:sp>
      <p:sp>
        <p:nvSpPr>
          <p:cNvPr id="21" name="record-question-1"/>
          <p:cNvSpPr txBox="1"/>
          <p:nvPr/>
        </p:nvSpPr>
        <p:spPr>
          <a:xfrm>
            <a:off x="5455920" y="292608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it unsettle?</a:t>
            </a:r>
            <a:endParaRPr lang="en-US" sz="1300" dirty="0" spc="0"/>
          </a:p>
        </p:txBody>
      </p:sp>
      <p:sp>
        <p:nvSpPr>
          <p:cNvPr id="22" name="record-number-2"/>
          <p:cNvSpPr txBox="1"/>
          <p:nvPr/>
        </p:nvSpPr>
        <p:spPr>
          <a:xfrm>
            <a:off x="4450080" y="378714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03</a:t>
            </a:r>
            <a:endParaRPr lang="en-US" sz="4100" dirty="0" spc="0"/>
          </a:p>
        </p:txBody>
      </p:sp>
      <p:sp>
        <p:nvSpPr>
          <p:cNvPr id="23" name="record-heading-2"/>
          <p:cNvSpPr txBox="1"/>
          <p:nvPr/>
        </p:nvSpPr>
        <p:spPr>
          <a:xfrm>
            <a:off x="5455920" y="378714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Counterargument</a:t>
            </a:r>
            <a:endParaRPr lang="en-US" sz="2100" dirty="0" spc="0"/>
          </a:p>
        </p:txBody>
      </p:sp>
      <p:sp>
        <p:nvSpPr>
          <p:cNvPr id="24" name="record-question-2"/>
          <p:cNvSpPr txBox="1"/>
          <p:nvPr/>
        </p:nvSpPr>
        <p:spPr>
          <a:xfrm>
            <a:off x="5455920" y="419100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strongest objection?</a:t>
            </a:r>
            <a:endParaRPr lang="en-US" sz="1300" dirty="0" spc="0"/>
          </a:p>
        </p:txBody>
      </p:sp>
      <p:sp>
        <p:nvSpPr>
          <p:cNvPr id="25" name="record-number-3"/>
          <p:cNvSpPr txBox="1"/>
          <p:nvPr/>
        </p:nvSpPr>
        <p:spPr>
          <a:xfrm>
            <a:off x="4450080" y="5059680"/>
            <a:ext cx="647700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4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04</a:t>
            </a:r>
            <a:endParaRPr lang="en-US" sz="4100" dirty="0" spc="0"/>
          </a:p>
        </p:txBody>
      </p:sp>
      <p:sp>
        <p:nvSpPr>
          <p:cNvPr id="26" name="record-heading-3"/>
          <p:cNvSpPr txBox="1"/>
          <p:nvPr/>
        </p:nvSpPr>
        <p:spPr>
          <a:xfrm>
            <a:off x="5455920" y="5059680"/>
            <a:ext cx="3131820" cy="4267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2100" dirty="0" spc="0">
                <a:solidFill>
                  <a:srgbClr val="242321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Decision</a:t>
            </a:r>
            <a:endParaRPr lang="en-US" sz="2100" dirty="0" spc="0"/>
          </a:p>
        </p:txBody>
      </p:sp>
      <p:sp>
        <p:nvSpPr>
          <p:cNvPr id="27" name="record-question-3"/>
          <p:cNvSpPr txBox="1"/>
          <p:nvPr/>
        </p:nvSpPr>
        <p:spPr>
          <a:xfrm>
            <a:off x="5455920" y="5455920"/>
            <a:ext cx="3185160" cy="34290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300" dirty="0" spc="0">
                <a:solidFill>
                  <a:srgbClr val="2423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I carry forward?</a:t>
            </a:r>
            <a:endParaRPr lang="en-US" sz="1300" dirty="0" spc="0"/>
          </a:p>
        </p:txBody>
      </p:sp>
      <p:sp>
        <p:nvSpPr>
          <p:cNvPr id="28" name="folio"/>
          <p:cNvSpPr txBox="1"/>
          <p:nvPr/>
        </p:nvSpPr>
        <p:spPr>
          <a:xfrm>
            <a:off x="655320" y="6324600"/>
            <a:ext cx="2186940" cy="274320"/>
          </a:xfrm>
          <a:prstGeom prst="rect">
            <a:avLst/>
          </a:prstGeom>
          <a:noFill/>
          <a:ln/>
        </p:spPr>
        <p:txBody>
          <a:bodyPr wrap="square" lIns="14576" tIns="14576" rIns="14576" bIns="14576" rtlCol="0" anchor="t">
            <a:noAutofit/>
          </a:bodyPr>
          <a:lstStyle/>
          <a:p>
            <a:pPr algn="l" indent="0" marL="0">
              <a:lnSpc>
                <a:spcPct val="100000"/>
              </a:lnSpc>
              <a:buNone/>
              <a:defRPr spc="0"/>
            </a:pPr>
            <a:r>
              <a:rPr lang="en-US" sz="1200" dirty="0" spc="0">
                <a:solidFill>
                  <a:srgbClr val="242321"/>
                </a:solidFill>
                <a:latin typeface="Andale Mono" pitchFamily="34" charset="0"/>
                <a:ea typeface="Andale Mono" pitchFamily="34" charset="-122"/>
                <a:cs typeface="Andale Mono" pitchFamily="34" charset="-120"/>
              </a:rPr>
              <a:t>FIELD NOTES / 04</a:t>
            </a:r>
            <a:endParaRPr lang="en-US" sz="1200" dirty="0" spc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SlidePoise presentation</dc:title>
  <dc:subject>Editable presentation generated from SlidePoise scene contracts</dc:subject>
  <dc:creator>SlidePoise</dc:creator>
  <cp:lastModifiedBy>SlidePoise</cp:lastModifiedBy>
  <cp:revision>1</cp:revision>
  <dcterms:created xsi:type="dcterms:W3CDTF">2026-09-05T15:01:05Z</dcterms:created>
  <dcterms:modified xsi:type="dcterms:W3CDTF">2026-09-05T15:01:05Z</dcterms:modified>
</cp:coreProperties>
</file>