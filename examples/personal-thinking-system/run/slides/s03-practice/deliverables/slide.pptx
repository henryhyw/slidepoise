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/Users/henry/Codes/AI_slide_drafting/examples/personal-thinking-system/run/slides/s03-practice/work/accepted-slide.png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lumn-rule-one"/>
          <p:cNvSpPr/>
          <p:nvPr/>
        </p:nvSpPr>
        <p:spPr>
          <a:xfrm>
            <a:off x="421386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lumn-rule-two"/>
          <p:cNvSpPr/>
          <p:nvPr/>
        </p:nvSpPr>
        <p:spPr>
          <a:xfrm>
            <a:off x="795528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collect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63240"/>
            <a:ext cx="3002280" cy="2788920"/>
          </a:xfrm>
          <a:prstGeom prst="rect">
            <a:avLst/>
          </a:prstGeom>
        </p:spPr>
      </p:pic>
      <p:pic>
        <p:nvPicPr>
          <p:cNvPr id="6" name="connect-collage" descr="editorial_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20" y="3086100"/>
            <a:ext cx="2773680" cy="2872740"/>
          </a:xfrm>
          <a:prstGeom prst="rect">
            <a:avLst/>
          </a:prstGeom>
        </p:spPr>
      </p:pic>
      <p:pic>
        <p:nvPicPr>
          <p:cNvPr id="7" name="challenge-collage" descr="editorial_coll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0" y="3070860"/>
            <a:ext cx="3177540" cy="2857500"/>
          </a:xfrm>
          <a:prstGeom prst="rect">
            <a:avLst/>
          </a:prstGeom>
        </p:spPr>
      </p:pic>
      <p:sp>
        <p:nvSpPr>
          <p:cNvPr id="8" name="practice-title"/>
          <p:cNvSpPr txBox="1"/>
          <p:nvPr/>
        </p:nvSpPr>
        <p:spPr>
          <a:xfrm>
            <a:off x="464820" y="312420"/>
            <a:ext cx="955548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316"/>
            </a:pPr>
            <a:r>
              <a:rPr lang="en-US" sz="7000" dirty="0" spc="-316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Collect. Connect. Challenge.</a:t>
            </a:r>
            <a:endParaRPr lang="en-US" sz="7000" dirty="0" spc="-316"/>
          </a:p>
        </p:txBody>
      </p:sp>
      <p:sp>
        <p:nvSpPr>
          <p:cNvPr id="9" name="practice-subtitle"/>
          <p:cNvSpPr txBox="1"/>
          <p:nvPr/>
        </p:nvSpPr>
        <p:spPr>
          <a:xfrm>
            <a:off x="518160" y="1432560"/>
            <a:ext cx="510540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Three moves for a thought worth keeping.</a:t>
            </a:r>
            <a:endParaRPr lang="en-US" sz="1450" dirty="0" spc="0"/>
          </a:p>
        </p:txBody>
      </p:sp>
      <p:sp>
        <p:nvSpPr>
          <p:cNvPr id="10" name="collect-heading"/>
          <p:cNvSpPr txBox="1"/>
          <p:nvPr/>
        </p:nvSpPr>
        <p:spPr>
          <a:xfrm>
            <a:off x="533400" y="2087880"/>
            <a:ext cx="2407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</a:t>
            </a:r>
            <a:endParaRPr lang="en-US" sz="4050" dirty="0" spc="-241"/>
          </a:p>
        </p:txBody>
      </p:sp>
      <p:sp>
        <p:nvSpPr>
          <p:cNvPr id="11" name="connect-heading"/>
          <p:cNvSpPr txBox="1"/>
          <p:nvPr/>
        </p:nvSpPr>
        <p:spPr>
          <a:xfrm>
            <a:off x="4572000" y="2087880"/>
            <a:ext cx="2697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Connect</a:t>
            </a:r>
            <a:endParaRPr lang="en-US" sz="4050" dirty="0" spc="-241"/>
          </a:p>
        </p:txBody>
      </p:sp>
      <p:sp>
        <p:nvSpPr>
          <p:cNvPr id="12" name="challenge-heading"/>
          <p:cNvSpPr txBox="1"/>
          <p:nvPr/>
        </p:nvSpPr>
        <p:spPr>
          <a:xfrm>
            <a:off x="8321040" y="2087880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55"/>
            </a:pPr>
            <a:r>
              <a:rPr lang="en-US" sz="4050" dirty="0" spc="-15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Challenge</a:t>
            </a:r>
            <a:endParaRPr lang="en-US" sz="4050" dirty="0" spc="-155"/>
          </a:p>
        </p:txBody>
      </p:sp>
      <p:sp>
        <p:nvSpPr>
          <p:cNvPr id="13" name="collect-caption"/>
          <p:cNvSpPr txBox="1"/>
          <p:nvPr/>
        </p:nvSpPr>
        <p:spPr>
          <a:xfrm>
            <a:off x="56388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Keep the source close.</a:t>
            </a:r>
            <a:endParaRPr lang="en-US" sz="1050" dirty="0" spc="0"/>
          </a:p>
        </p:txBody>
      </p:sp>
      <p:sp>
        <p:nvSpPr>
          <p:cNvPr id="14" name="connect-caption"/>
          <p:cNvSpPr txBox="1"/>
          <p:nvPr/>
        </p:nvSpPr>
        <p:spPr>
          <a:xfrm>
            <a:off x="459486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Put distant ideas in contact.</a:t>
            </a:r>
            <a:endParaRPr lang="en-US" sz="1050" dirty="0" spc="0"/>
          </a:p>
        </p:txBody>
      </p:sp>
      <p:sp>
        <p:nvSpPr>
          <p:cNvPr id="15" name="challenge-caption"/>
          <p:cNvSpPr txBox="1"/>
          <p:nvPr/>
        </p:nvSpPr>
        <p:spPr>
          <a:xfrm>
            <a:off x="8328660" y="2743200"/>
            <a:ext cx="335280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Ask what the pattern leaves out.</a:t>
            </a:r>
            <a:endParaRPr lang="en-US" sz="1050" dirty="0" spc="0"/>
          </a:p>
        </p:txBody>
      </p:sp>
      <p:sp>
        <p:nvSpPr>
          <p:cNvPr id="16" name="field-note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03</a:t>
            </a:r>
            <a:endParaRPr lang="en-US" sz="12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2026-09-08T13:17:22Z</dcterms:created>
  <dcterms:modified xsi:type="dcterms:W3CDTF">2026-09-08T13:17:22Z</dcterms:modified>
</cp:coreProperties>
</file>