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[SlidePoise sources]
Generated target visual: /Users/henry/Codes/AI_slide_drafting/output/showcase-revisions/personal-v2-authoring/slides/s05-close/work/accepted-slide.png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per-fiel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9F7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" name="signature-collage" descr="signature-collag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2420" y="2331720"/>
            <a:ext cx="3070860" cy="3505200"/>
          </a:xfrm>
          <a:prstGeom prst="rect">
            <a:avLst/>
          </a:prstGeom>
        </p:spPr>
      </p:pic>
      <p:sp>
        <p:nvSpPr>
          <p:cNvPr id="4" name="title-first"/>
          <p:cNvSpPr txBox="1"/>
          <p:nvPr/>
        </p:nvSpPr>
        <p:spPr>
          <a:xfrm>
            <a:off x="1013460" y="571500"/>
            <a:ext cx="65608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0"/>
            </a:pPr>
            <a:r>
              <a:rPr lang="en-US" sz="10050" dirty="0" spc="0">
                <a:solidFill>
                  <a:srgbClr val="242321"/>
                </a:solidFill>
                <a:latin typeface="Bodoni 72" pitchFamily="34" charset="0"/>
                <a:ea typeface="Bodoni 72" pitchFamily="34" charset="-122"/>
                <a:cs typeface="Bodoni 72" pitchFamily="34" charset="-120"/>
              </a:rPr>
              <a:t>The point of</a:t>
            </a:r>
            <a:endParaRPr lang="en-US" sz="10050" dirty="0" spc="0"/>
          </a:p>
        </p:txBody>
      </p:sp>
      <p:sp>
        <p:nvSpPr>
          <p:cNvPr id="5" name="title-second"/>
          <p:cNvSpPr txBox="1"/>
          <p:nvPr/>
        </p:nvSpPr>
        <p:spPr>
          <a:xfrm>
            <a:off x="1013460" y="1813560"/>
            <a:ext cx="65608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0"/>
            </a:pPr>
            <a:r>
              <a:rPr lang="en-US" sz="10050" dirty="0" spc="0">
                <a:solidFill>
                  <a:srgbClr val="242321"/>
                </a:solidFill>
                <a:latin typeface="Bodoni 72" pitchFamily="34" charset="0"/>
                <a:ea typeface="Bodoni 72" pitchFamily="34" charset="-122"/>
                <a:cs typeface="Bodoni 72" pitchFamily="34" charset="-120"/>
              </a:rPr>
              <a:t>view is still</a:t>
            </a:r>
            <a:endParaRPr lang="en-US" sz="10050" dirty="0" spc="0"/>
          </a:p>
        </p:txBody>
      </p:sp>
      <p:sp>
        <p:nvSpPr>
          <p:cNvPr id="6" name="title-third"/>
          <p:cNvSpPr txBox="1"/>
          <p:nvPr/>
        </p:nvSpPr>
        <p:spPr>
          <a:xfrm>
            <a:off x="1013460" y="2895600"/>
            <a:ext cx="6560820" cy="1546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0"/>
            </a:pPr>
            <a:r>
              <a:rPr lang="en-US" sz="10050" dirty="0" spc="0">
                <a:solidFill>
                  <a:srgbClr val="242321"/>
                </a:solidFill>
                <a:latin typeface="Bodoni 72" pitchFamily="34" charset="0"/>
                <a:ea typeface="Bodoni 72" pitchFamily="34" charset="-122"/>
                <a:cs typeface="Bodoni 72" pitchFamily="34" charset="-120"/>
              </a:rPr>
              <a:t>yours.</a:t>
            </a:r>
            <a:endParaRPr lang="en-US" sz="10050" dirty="0" spc="0"/>
          </a:p>
        </p:txBody>
      </p:sp>
      <p:sp>
        <p:nvSpPr>
          <p:cNvPr id="7" name="closing-1"/>
          <p:cNvSpPr txBox="1"/>
          <p:nvPr/>
        </p:nvSpPr>
        <p:spPr>
          <a:xfrm>
            <a:off x="1066800" y="4693920"/>
            <a:ext cx="6416040" cy="342900"/>
          </a:xfrm>
          <a:prstGeom prst="rect">
            <a:avLst/>
          </a:prstGeom>
          <a:noFill/>
          <a:ln/>
        </p:spPr>
        <p:txBody>
          <a:bodyPr wrap="square" lIns="14576" tIns="14576" rIns="14576" bIns="14576" rtlCol="0" anchor="t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0"/>
            </a:pPr>
            <a:r>
              <a:rPr lang="en-US" sz="1350" dirty="0" spc="0">
                <a:solidFill>
                  <a:srgbClr val="2423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 the system widen the field.</a:t>
            </a:r>
            <a:endParaRPr lang="en-US" sz="1350" dirty="0" spc="0"/>
          </a:p>
        </p:txBody>
      </p:sp>
      <p:sp>
        <p:nvSpPr>
          <p:cNvPr id="8" name="closing-2"/>
          <p:cNvSpPr txBox="1"/>
          <p:nvPr/>
        </p:nvSpPr>
        <p:spPr>
          <a:xfrm>
            <a:off x="1066800" y="4960620"/>
            <a:ext cx="6416040" cy="342900"/>
          </a:xfrm>
          <a:prstGeom prst="rect">
            <a:avLst/>
          </a:prstGeom>
          <a:noFill/>
          <a:ln/>
        </p:spPr>
        <p:txBody>
          <a:bodyPr wrap="square" lIns="14576" tIns="14576" rIns="14576" bIns="14576" rtlCol="0" anchor="t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0"/>
            </a:pPr>
            <a:r>
              <a:rPr lang="en-US" sz="1350" dirty="0" spc="0">
                <a:solidFill>
                  <a:srgbClr val="2423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what deserves to remain.</a:t>
            </a:r>
            <a:endParaRPr lang="en-US" sz="1350" dirty="0" spc="0"/>
          </a:p>
        </p:txBody>
      </p:sp>
      <p:sp>
        <p:nvSpPr>
          <p:cNvPr id="9" name="closing-3"/>
          <p:cNvSpPr txBox="1"/>
          <p:nvPr/>
        </p:nvSpPr>
        <p:spPr>
          <a:xfrm>
            <a:off x="1066800" y="5234940"/>
            <a:ext cx="6522720" cy="342900"/>
          </a:xfrm>
          <a:prstGeom prst="rect">
            <a:avLst/>
          </a:prstGeom>
          <a:noFill/>
          <a:ln/>
        </p:spPr>
        <p:txBody>
          <a:bodyPr wrap="square" lIns="14576" tIns="14576" rIns="14576" bIns="14576" rtlCol="0" anchor="t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0"/>
            </a:pPr>
            <a:r>
              <a:rPr lang="en-US" sz="1350" dirty="0" spc="0">
                <a:solidFill>
                  <a:srgbClr val="2423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second thinking system. A first-person responsibility.</a:t>
            </a:r>
            <a:endParaRPr lang="en-US" sz="1350" dirty="0" spc="0"/>
          </a:p>
        </p:txBody>
      </p:sp>
      <p:sp>
        <p:nvSpPr>
          <p:cNvPr id="10" name="folio"/>
          <p:cNvSpPr txBox="1"/>
          <p:nvPr/>
        </p:nvSpPr>
        <p:spPr>
          <a:xfrm>
            <a:off x="655320" y="6324600"/>
            <a:ext cx="2186940" cy="274320"/>
          </a:xfrm>
          <a:prstGeom prst="rect">
            <a:avLst/>
          </a:prstGeom>
          <a:noFill/>
          <a:ln/>
        </p:spPr>
        <p:txBody>
          <a:bodyPr wrap="square" lIns="14576" tIns="14576" rIns="14576" bIns="14576" rtlCol="0" anchor="t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0"/>
            </a:pPr>
            <a:r>
              <a:rPr lang="en-US" sz="1200" dirty="0" spc="0">
                <a:solidFill>
                  <a:srgbClr val="242321"/>
                </a:solidFill>
                <a:latin typeface="Andale Mono" pitchFamily="34" charset="0"/>
                <a:ea typeface="Andale Mono" pitchFamily="34" charset="-122"/>
                <a:cs typeface="Andale Mono" pitchFamily="34" charset="-120"/>
              </a:rPr>
              <a:t>FIELD NOTES / 05</a:t>
            </a:r>
            <a:endParaRPr lang="en-US" sz="1200" dirty="0" spc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SlidePoise presentation</dc:title>
  <dc:subject>Editable presentation generated from SlidePoise scene contracts</dc:subject>
  <dc:creator>SlidePoise</dc:creator>
  <cp:lastModifiedBy>SlidePoise</cp:lastModifiedBy>
  <cp:revision>1</cp:revision>
  <dcterms:created xsi:type="dcterms:W3CDTF">2026-09-05T15:01:05Z</dcterms:created>
  <dcterms:modified xsi:type="dcterms:W3CDTF">2026-09-05T15:01:05Z</dcterms:modified>
</cp:coreProperties>
</file>