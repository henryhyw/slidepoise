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/Users/henry/Codes/AI_slide_drafting/examples/personal-thinking-system/run/slides/s05-close/work/accepted-slide.png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7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signature-collage" descr="signature-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420" y="2331720"/>
            <a:ext cx="3070860" cy="3505200"/>
          </a:xfrm>
          <a:prstGeom prst="rect">
            <a:avLst/>
          </a:prstGeom>
        </p:spPr>
      </p:pic>
      <p:sp>
        <p:nvSpPr>
          <p:cNvPr id="4" name="title-first"/>
          <p:cNvSpPr txBox="1"/>
          <p:nvPr/>
        </p:nvSpPr>
        <p:spPr>
          <a:xfrm>
            <a:off x="1013460" y="640080"/>
            <a:ext cx="65608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point of</a:t>
            </a:r>
            <a:endParaRPr lang="en-US" sz="8600" dirty="0" spc="0"/>
          </a:p>
        </p:txBody>
      </p:sp>
      <p:sp>
        <p:nvSpPr>
          <p:cNvPr id="5" name="title-second"/>
          <p:cNvSpPr txBox="1"/>
          <p:nvPr/>
        </p:nvSpPr>
        <p:spPr>
          <a:xfrm>
            <a:off x="1013460" y="1889760"/>
            <a:ext cx="65608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 is still</a:t>
            </a:r>
            <a:endParaRPr lang="en-US" sz="8600" dirty="0" spc="0"/>
          </a:p>
        </p:txBody>
      </p:sp>
      <p:sp>
        <p:nvSpPr>
          <p:cNvPr id="6" name="title-third"/>
          <p:cNvSpPr txBox="1"/>
          <p:nvPr/>
        </p:nvSpPr>
        <p:spPr>
          <a:xfrm>
            <a:off x="1013460" y="2964180"/>
            <a:ext cx="6560820" cy="154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yours.</a:t>
            </a:r>
            <a:endParaRPr lang="en-US" sz="8600" dirty="0" spc="0"/>
          </a:p>
        </p:txBody>
      </p:sp>
      <p:sp>
        <p:nvSpPr>
          <p:cNvPr id="7" name="closing-1"/>
          <p:cNvSpPr txBox="1"/>
          <p:nvPr/>
        </p:nvSpPr>
        <p:spPr>
          <a:xfrm>
            <a:off x="1066800" y="4693920"/>
            <a:ext cx="641604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system widen the field.</a:t>
            </a:r>
            <a:endParaRPr lang="en-US" sz="1350" dirty="0" spc="0"/>
          </a:p>
        </p:txBody>
      </p:sp>
      <p:sp>
        <p:nvSpPr>
          <p:cNvPr id="8" name="closing-2"/>
          <p:cNvSpPr txBox="1"/>
          <p:nvPr/>
        </p:nvSpPr>
        <p:spPr>
          <a:xfrm>
            <a:off x="1066800" y="4960620"/>
            <a:ext cx="641604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what deserves to remain.</a:t>
            </a:r>
            <a:endParaRPr lang="en-US" sz="1350" dirty="0" spc="0"/>
          </a:p>
        </p:txBody>
      </p:sp>
      <p:sp>
        <p:nvSpPr>
          <p:cNvPr id="9" name="closing-3"/>
          <p:cNvSpPr txBox="1"/>
          <p:nvPr/>
        </p:nvSpPr>
        <p:spPr>
          <a:xfrm>
            <a:off x="1066800" y="5234940"/>
            <a:ext cx="652272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thinking system. A first-person responsibility.</a:t>
            </a:r>
            <a:endParaRPr lang="en-US" sz="1350" dirty="0" spc="0"/>
          </a:p>
        </p:txBody>
      </p:sp>
      <p:sp>
        <p:nvSpPr>
          <p:cNvPr id="10" name="folio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05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2026-09-08T10:56:38Z</dcterms:created>
  <dcterms:modified xsi:type="dcterms:W3CDTF">2026-09-08T10:56:38Z</dcterms:modified>
</cp:coreProperties>
</file>