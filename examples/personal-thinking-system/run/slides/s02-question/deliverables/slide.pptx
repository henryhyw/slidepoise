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/Users/henry/Codes/AI_slide_drafting/examples/personal-thinking-system/run/slides/s02-question/work/accepted-slide.png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onclusion-rule"/>
          <p:cNvSpPr/>
          <p:nvPr/>
        </p:nvSpPr>
        <p:spPr>
          <a:xfrm>
            <a:off x="5234940" y="5242560"/>
            <a:ext cx="594360" cy="7620"/>
          </a:xfrm>
          <a:prstGeom prst="rect">
            <a:avLst/>
          </a:prstGeom>
          <a:solidFill>
            <a:srgbClr val="8B88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question-collage" descr="editorial_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80" y="1432560"/>
            <a:ext cx="4076700" cy="4229100"/>
          </a:xfrm>
          <a:prstGeom prst="rect">
            <a:avLst/>
          </a:prstGeom>
        </p:spPr>
      </p:pic>
      <p:sp>
        <p:nvSpPr>
          <p:cNvPr id="5" name="title-first"/>
          <p:cNvSpPr txBox="1"/>
          <p:nvPr/>
        </p:nvSpPr>
        <p:spPr>
          <a:xfrm>
            <a:off x="5204460" y="327660"/>
            <a:ext cx="466344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57"/>
            </a:pPr>
            <a:r>
              <a:rPr lang="en-US" sz="8850" spc="57" kern="0" dirty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Keep the</a:t>
            </a:r>
            <a:endParaRPr lang="en-US" sz="8850" dirty="0" spc="57"/>
          </a:p>
        </p:txBody>
      </p:sp>
      <p:sp>
        <p:nvSpPr>
          <p:cNvPr id="6" name="title-second"/>
          <p:cNvSpPr txBox="1"/>
          <p:nvPr/>
        </p:nvSpPr>
        <p:spPr>
          <a:xfrm>
            <a:off x="5181600" y="1379220"/>
            <a:ext cx="6858000" cy="151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57"/>
            </a:pPr>
            <a:r>
              <a:rPr lang="en-US" sz="8850" spc="57" kern="0" dirty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question open.</a:t>
            </a:r>
            <a:endParaRPr lang="en-US" sz="8850" dirty="0" spc="57"/>
          </a:p>
        </p:txBody>
      </p:sp>
      <p:sp>
        <p:nvSpPr>
          <p:cNvPr id="7" name="premise"/>
          <p:cNvSpPr txBox="1"/>
          <p:nvPr/>
        </p:nvSpPr>
        <p:spPr>
          <a:xfrm>
            <a:off x="5227320" y="3063240"/>
            <a:ext cx="4922520" cy="35814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8000"/>
              </a:lnSpc>
              <a:buNone/>
              <a:defRPr spc="0"/>
            </a:pPr>
            <a:r>
              <a:rPr lang="en-US" sz="175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fast answer can close a thought too early.</a:t>
            </a:r>
            <a:endParaRPr lang="en-US" sz="1750" dirty="0" spc="0"/>
          </a:p>
        </p:txBody>
      </p:sp>
      <p:sp>
        <p:nvSpPr>
          <p:cNvPr id="8" name="prompt-first"/>
          <p:cNvSpPr txBox="1"/>
          <p:nvPr/>
        </p:nvSpPr>
        <p:spPr>
          <a:xfrm>
            <a:off x="5219700" y="3870960"/>
            <a:ext cx="3794760" cy="4495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2200" i="1" dirty="0" spc="0">
                <a:solidFill>
                  <a:srgbClr val="2423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am I assuming?</a:t>
            </a:r>
            <a:endParaRPr lang="en-US" sz="2200" dirty="0" spc="0"/>
          </a:p>
        </p:txBody>
      </p:sp>
      <p:sp>
        <p:nvSpPr>
          <p:cNvPr id="9" name="prompt-second"/>
          <p:cNvSpPr txBox="1"/>
          <p:nvPr/>
        </p:nvSpPr>
        <p:spPr>
          <a:xfrm>
            <a:off x="5219700" y="4457700"/>
            <a:ext cx="4663440" cy="4495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2200" i="1" dirty="0" spc="0">
                <a:solidFill>
                  <a:srgbClr val="2423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would change my mind?</a:t>
            </a:r>
            <a:endParaRPr lang="en-US" sz="2200" dirty="0" spc="0"/>
          </a:p>
        </p:txBody>
      </p:sp>
      <p:sp>
        <p:nvSpPr>
          <p:cNvPr id="10" name="conclusion"/>
          <p:cNvSpPr txBox="1"/>
          <p:nvPr/>
        </p:nvSpPr>
        <p:spPr>
          <a:xfrm>
            <a:off x="5219700" y="5554980"/>
            <a:ext cx="4815840" cy="3352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8000"/>
              </a:lnSpc>
              <a:buNone/>
              <a:defRPr spc="6"/>
            </a:pPr>
            <a:r>
              <a:rPr lang="en-US" sz="1400" spc="6" kern="0" dirty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useful conversation begins with a better question.</a:t>
            </a:r>
            <a:endParaRPr lang="en-US" sz="1400" dirty="0" spc="6"/>
          </a:p>
        </p:txBody>
      </p:sp>
      <p:sp>
        <p:nvSpPr>
          <p:cNvPr id="11" name="field-note"/>
          <p:cNvSpPr txBox="1"/>
          <p:nvPr/>
        </p:nvSpPr>
        <p:spPr>
          <a:xfrm>
            <a:off x="655320" y="6324600"/>
            <a:ext cx="218694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20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FIELD NOTES / 02</a:t>
            </a:r>
            <a:endParaRPr lang="en-US" sz="1200" dirty="0" spc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SlidePoise presentation</dc:title>
  <dc:subject>Editable presentation generated from SlidePoise scene contracts</dc:subject>
  <dc:creator>SlidePoise</dc:creator>
  <cp:lastModifiedBy>SlidePoise</cp:lastModifiedBy>
  <cp:revision>1</cp:revision>
  <dcterms:created xsi:type="dcterms:W3CDTF">2026-09-08T10:53:11Z</dcterms:created>
  <dcterms:modified xsi:type="dcterms:W3CDTF">2026-09-08T10:53:11Z</dcterms:modified>
</cp:coreProperties>
</file>