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61175"/>
  <p:notesSz cx="6861175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399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[Slidecraft sources]
Generated target visual: /Users/henry/Codes/AI_slide_drafting/output/fragments-reconstruction/work/accepted-slide.png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-plate" descr="texture_clean_pl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" name="collect-original-lower" descr="editorial_coll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49" y="2574029"/>
            <a:ext cx="3106335" cy="2566737"/>
          </a:xfrm>
          <a:prstGeom prst="rect">
            <a:avLst/>
          </a:prstGeom>
        </p:spPr>
      </p:pic>
      <p:pic>
        <p:nvPicPr>
          <p:cNvPr id="4" name="collect-original-upper" descr="editorial_coll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8804" y="2253187"/>
            <a:ext cx="1720880" cy="320842"/>
          </a:xfrm>
          <a:prstGeom prst="rect">
            <a:avLst/>
          </a:prstGeom>
        </p:spPr>
      </p:pic>
      <p:pic>
        <p:nvPicPr>
          <p:cNvPr id="5" name="organize-original-main" descr="editorial_coll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6995" y="2581321"/>
            <a:ext cx="2902163" cy="2588612"/>
          </a:xfrm>
          <a:prstGeom prst="rect">
            <a:avLst/>
          </a:prstGeom>
        </p:spPr>
      </p:pic>
      <p:pic>
        <p:nvPicPr>
          <p:cNvPr id="6" name="organize-original-tip" descr="editorial_coll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7043" y="2413608"/>
            <a:ext cx="685435" cy="167713"/>
          </a:xfrm>
          <a:prstGeom prst="rect">
            <a:avLst/>
          </a:prstGeom>
        </p:spPr>
      </p:pic>
      <p:pic>
        <p:nvPicPr>
          <p:cNvPr id="7" name="articulate-original-main" descr="editorial_coll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263" y="2559445"/>
            <a:ext cx="3529263" cy="2625072"/>
          </a:xfrm>
          <a:prstGeom prst="rect">
            <a:avLst/>
          </a:prstGeom>
        </p:spPr>
      </p:pic>
      <p:pic>
        <p:nvPicPr>
          <p:cNvPr id="8" name="articulate-original-tip" descr="editorial_coll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2344" y="2442775"/>
            <a:ext cx="2034431" cy="116670"/>
          </a:xfrm>
          <a:prstGeom prst="rect">
            <a:avLst/>
          </a:prstGeom>
        </p:spPr>
      </p:pic>
      <p:pic>
        <p:nvPicPr>
          <p:cNvPr id="9" name="handwritten-original" descr="editorial_coll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62794" y="5366813"/>
            <a:ext cx="991694" cy="831273"/>
          </a:xfrm>
          <a:prstGeom prst="rect">
            <a:avLst/>
          </a:prstGeom>
        </p:spPr>
      </p:pic>
      <p:pic>
        <p:nvPicPr>
          <p:cNvPr id="10" name="arrow-cleanup-1" descr="texture_clean_plat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5713" y="3485512"/>
            <a:ext cx="1312536" cy="422928"/>
          </a:xfrm>
          <a:prstGeom prst="rect">
            <a:avLst/>
          </a:prstGeom>
        </p:spPr>
      </p:pic>
      <p:pic>
        <p:nvPicPr>
          <p:cNvPr id="11" name="arrow-cleanup-2" descr="texture_clean_plat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7694" y="3507387"/>
            <a:ext cx="984402" cy="175005"/>
          </a:xfrm>
          <a:prstGeom prst="rect">
            <a:avLst/>
          </a:prstGeom>
        </p:spPr>
      </p:pic>
      <p:sp>
        <p:nvSpPr>
          <p:cNvPr id="12" name="flow-collect-organize"/>
          <p:cNvSpPr/>
          <p:nvPr/>
        </p:nvSpPr>
        <p:spPr>
          <a:xfrm>
            <a:off x="3186545" y="3500096"/>
            <a:ext cx="1327120" cy="422928"/>
          </a:xfrm>
          <a:custGeom>
            <a:avLst/>
            <a:gdLst/>
            <a:ahLst/>
            <a:cxnLst/>
            <a:rect l="l" t="t" r="r" b="b"/>
            <a:pathLst>
              <a:path w="1327120" h="422928">
                <a:moveTo>
                  <a:pt x="7292" y="408344"/>
                </a:moveTo>
                <a:cubicBezTo>
                  <a:pt x="415636" y="21876"/>
                  <a:pt x="568766" y="72919"/>
                  <a:pt x="1312536" y="72919"/>
                </a:cubicBezTo>
              </a:path>
            </a:pathLst>
          </a:custGeom>
          <a:solidFill>
            <a:srgbClr val="FFFFFF">
              <a:alpha val="0"/>
            </a:srgbClr>
          </a:solidFill>
          <a:ln w="6198">
            <a:solidFill>
              <a:srgbClr val="696A6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low-organize-articulate"/>
          <p:cNvSpPr/>
          <p:nvPr/>
        </p:nvSpPr>
        <p:spPr>
          <a:xfrm>
            <a:off x="7116861" y="3536555"/>
            <a:ext cx="940651" cy="102086"/>
          </a:xfrm>
          <a:custGeom>
            <a:avLst/>
            <a:gdLst/>
            <a:ahLst/>
            <a:cxnLst/>
            <a:rect l="l" t="t" r="r" b="b"/>
            <a:pathLst>
              <a:path w="940651" h="102086">
                <a:moveTo>
                  <a:pt x="7292" y="72919"/>
                </a:moveTo>
                <a:cubicBezTo>
                  <a:pt x="284383" y="14584"/>
                  <a:pt x="539598" y="43751"/>
                  <a:pt x="926067" y="43751"/>
                </a:cubicBezTo>
              </a:path>
            </a:pathLst>
          </a:custGeom>
          <a:solidFill>
            <a:srgbClr val="FFFFFF">
              <a:alpha val="0"/>
            </a:srgbClr>
          </a:solidFill>
          <a:ln w="6198">
            <a:solidFill>
              <a:srgbClr val="696A6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metadata-rule"/>
          <p:cNvSpPr/>
          <p:nvPr/>
        </p:nvSpPr>
        <p:spPr>
          <a:xfrm>
            <a:off x="10602373" y="714603"/>
            <a:ext cx="7292" cy="605225"/>
          </a:xfrm>
          <a:custGeom>
            <a:avLst/>
            <a:gdLst/>
            <a:ahLst/>
            <a:cxnLst/>
            <a:rect l="l" t="t" r="r" b="b"/>
            <a:pathLst>
              <a:path w="7292" h="605225">
                <a:moveTo>
                  <a:pt x="0" y="0"/>
                </a:moveTo>
                <a:lnTo>
                  <a:pt x="0" y="605225"/>
                </a:lnTo>
              </a:path>
            </a:pathLst>
          </a:custGeom>
          <a:solidFill>
            <a:srgbClr val="FFFFFF">
              <a:alpha val="0"/>
            </a:srgbClr>
          </a:solidFill>
          <a:ln w="4375">
            <a:solidFill>
              <a:srgbClr val="A7A49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bottom-rule-1"/>
          <p:cNvSpPr/>
          <p:nvPr/>
        </p:nvSpPr>
        <p:spPr>
          <a:xfrm>
            <a:off x="4922009" y="6409550"/>
            <a:ext cx="546890" cy="7292"/>
          </a:xfrm>
          <a:custGeom>
            <a:avLst/>
            <a:gdLst/>
            <a:ahLst/>
            <a:cxnLst/>
            <a:rect l="l" t="t" r="r" b="b"/>
            <a:pathLst>
              <a:path w="546890" h="7292">
                <a:moveTo>
                  <a:pt x="0" y="0"/>
                </a:moveTo>
                <a:lnTo>
                  <a:pt x="546890" y="0"/>
                </a:lnTo>
              </a:path>
            </a:pathLst>
          </a:custGeom>
          <a:solidFill>
            <a:srgbClr val="FFFFFF">
              <a:alpha val="0"/>
            </a:srgbClr>
          </a:solidFill>
          <a:ln w="4375">
            <a:solidFill>
              <a:srgbClr val="A7A49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bottom-rule-2"/>
          <p:cNvSpPr/>
          <p:nvPr/>
        </p:nvSpPr>
        <p:spPr>
          <a:xfrm>
            <a:off x="6431426" y="6409550"/>
            <a:ext cx="539598" cy="7292"/>
          </a:xfrm>
          <a:custGeom>
            <a:avLst/>
            <a:gdLst/>
            <a:ahLst/>
            <a:cxnLst/>
            <a:rect l="l" t="t" r="r" b="b"/>
            <a:pathLst>
              <a:path w="539598" h="7292">
                <a:moveTo>
                  <a:pt x="0" y="0"/>
                </a:moveTo>
                <a:lnTo>
                  <a:pt x="539598" y="0"/>
                </a:lnTo>
              </a:path>
            </a:pathLst>
          </a:custGeom>
          <a:solidFill>
            <a:srgbClr val="FFFFFF">
              <a:alpha val="0"/>
            </a:srgbClr>
          </a:solidFill>
          <a:ln w="4375">
            <a:solidFill>
              <a:srgbClr val="A7A49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itle-line-1"/>
          <p:cNvSpPr txBox="1"/>
          <p:nvPr/>
        </p:nvSpPr>
        <p:spPr>
          <a:xfrm>
            <a:off x="656268" y="641684"/>
            <a:ext cx="5250143" cy="320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448" dirty="0">
                <a:solidFill>
                  <a:srgbClr val="20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FRAGMENTS</a:t>
            </a:r>
            <a:endParaRPr lang="en-US" sz="1950" dirty="0"/>
          </a:p>
        </p:txBody>
      </p:sp>
      <p:sp>
        <p:nvSpPr>
          <p:cNvPr id="18" name="title-line-2"/>
          <p:cNvSpPr txBox="1"/>
          <p:nvPr/>
        </p:nvSpPr>
        <p:spPr>
          <a:xfrm>
            <a:off x="656268" y="984402"/>
            <a:ext cx="6927273" cy="320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431" dirty="0">
                <a:solidFill>
                  <a:srgbClr val="20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A POINT OF VIEW</a:t>
            </a:r>
            <a:endParaRPr lang="en-US" sz="1950" dirty="0"/>
          </a:p>
        </p:txBody>
      </p:sp>
      <p:sp>
        <p:nvSpPr>
          <p:cNvPr id="19" name="meta-left-title"/>
          <p:cNvSpPr txBox="1"/>
          <p:nvPr/>
        </p:nvSpPr>
        <p:spPr>
          <a:xfrm>
            <a:off x="8735655" y="692727"/>
            <a:ext cx="1750048" cy="16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PORTFOLIO PROFILE</a:t>
            </a:r>
            <a:endParaRPr lang="en-US" sz="850" dirty="0"/>
          </a:p>
        </p:txBody>
      </p:sp>
      <p:sp>
        <p:nvSpPr>
          <p:cNvPr id="20" name="meta-left-body"/>
          <p:cNvSpPr txBox="1"/>
          <p:nvPr/>
        </p:nvSpPr>
        <p:spPr>
          <a:xfrm>
            <a:off x="8735655" y="933359"/>
            <a:ext cx="1822966" cy="43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Designer &amp; Strategist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Obsessive about clarity.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Driven by meaning.</a:t>
            </a:r>
            <a:endParaRPr lang="en-US" sz="850" dirty="0"/>
          </a:p>
        </p:txBody>
      </p:sp>
      <p:sp>
        <p:nvSpPr>
          <p:cNvPr id="21" name="meta-right-title"/>
          <p:cNvSpPr txBox="1"/>
          <p:nvPr/>
        </p:nvSpPr>
        <p:spPr>
          <a:xfrm>
            <a:off x="10923215" y="692727"/>
            <a:ext cx="1093780" cy="16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No. 27-P</a:t>
            </a:r>
            <a:endParaRPr lang="en-US" sz="850" dirty="0"/>
          </a:p>
        </p:txBody>
      </p:sp>
      <p:sp>
        <p:nvSpPr>
          <p:cNvPr id="22" name="meta-right-body"/>
          <p:cNvSpPr txBox="1"/>
          <p:nvPr/>
        </p:nvSpPr>
        <p:spPr>
          <a:xfrm>
            <a:off x="10923215" y="933359"/>
            <a:ext cx="1225033" cy="43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Studio Archive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Personal Work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2024</a:t>
            </a:r>
            <a:endParaRPr lang="en-US" sz="850" dirty="0"/>
          </a:p>
        </p:txBody>
      </p:sp>
      <p:sp>
        <p:nvSpPr>
          <p:cNvPr id="23" name="stage-number-1"/>
          <p:cNvSpPr txBox="1"/>
          <p:nvPr/>
        </p:nvSpPr>
        <p:spPr>
          <a:xfrm>
            <a:off x="940651" y="1917761"/>
            <a:ext cx="729187" cy="31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0" spc="144" dirty="0">
                <a:solidFill>
                  <a:srgbClr val="2027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000" dirty="0"/>
          </a:p>
        </p:txBody>
      </p:sp>
      <p:sp>
        <p:nvSpPr>
          <p:cNvPr id="24" name="stage-label-1"/>
          <p:cNvSpPr txBox="1"/>
          <p:nvPr/>
        </p:nvSpPr>
        <p:spPr>
          <a:xfrm>
            <a:off x="947943" y="2267770"/>
            <a:ext cx="1968804" cy="16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kern="0" spc="258" dirty="0">
                <a:solidFill>
                  <a:srgbClr val="20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800" dirty="0"/>
          </a:p>
        </p:txBody>
      </p:sp>
      <p:sp>
        <p:nvSpPr>
          <p:cNvPr id="25" name="stage-subtitle-1"/>
          <p:cNvSpPr txBox="1"/>
          <p:nvPr/>
        </p:nvSpPr>
        <p:spPr>
          <a:xfrm>
            <a:off x="947943" y="2413608"/>
            <a:ext cx="1822966" cy="18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i="1" kern="0" spc="69" dirty="0">
                <a:solidFill>
                  <a:srgbClr val="2027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Observations</a:t>
            </a:r>
            <a:endParaRPr lang="en-US" sz="950" dirty="0"/>
          </a:p>
        </p:txBody>
      </p:sp>
      <p:sp>
        <p:nvSpPr>
          <p:cNvPr id="26" name="caption-1"/>
          <p:cNvSpPr txBox="1"/>
          <p:nvPr/>
        </p:nvSpPr>
        <p:spPr>
          <a:xfrm>
            <a:off x="969818" y="5344938"/>
            <a:ext cx="2843828" cy="320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Not everything is noise.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I notice. I collect.</a:t>
            </a:r>
            <a:endParaRPr lang="en-US" sz="850" dirty="0"/>
          </a:p>
        </p:txBody>
      </p:sp>
      <p:sp>
        <p:nvSpPr>
          <p:cNvPr id="27" name="stage-number-2"/>
          <p:cNvSpPr txBox="1"/>
          <p:nvPr/>
        </p:nvSpPr>
        <p:spPr>
          <a:xfrm>
            <a:off x="4768880" y="1917761"/>
            <a:ext cx="729187" cy="31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0" spc="144" dirty="0">
                <a:solidFill>
                  <a:srgbClr val="2027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000" dirty="0"/>
          </a:p>
        </p:txBody>
      </p:sp>
      <p:sp>
        <p:nvSpPr>
          <p:cNvPr id="28" name="stage-label-2"/>
          <p:cNvSpPr txBox="1"/>
          <p:nvPr/>
        </p:nvSpPr>
        <p:spPr>
          <a:xfrm>
            <a:off x="4776172" y="2267770"/>
            <a:ext cx="1968804" cy="16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kern="0" spc="258" dirty="0">
                <a:solidFill>
                  <a:srgbClr val="20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</a:t>
            </a:r>
            <a:endParaRPr lang="en-US" sz="800" dirty="0"/>
          </a:p>
        </p:txBody>
      </p:sp>
      <p:sp>
        <p:nvSpPr>
          <p:cNvPr id="29" name="stage-subtitle-2"/>
          <p:cNvSpPr txBox="1"/>
          <p:nvPr/>
        </p:nvSpPr>
        <p:spPr>
          <a:xfrm>
            <a:off x="4776172" y="2413608"/>
            <a:ext cx="1822966" cy="18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i="1" kern="0" spc="69" dirty="0">
                <a:solidFill>
                  <a:srgbClr val="2027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Themes</a:t>
            </a:r>
            <a:endParaRPr lang="en-US" sz="950" dirty="0"/>
          </a:p>
        </p:txBody>
      </p:sp>
      <p:sp>
        <p:nvSpPr>
          <p:cNvPr id="30" name="caption-2"/>
          <p:cNvSpPr txBox="1"/>
          <p:nvPr/>
        </p:nvSpPr>
        <p:spPr>
          <a:xfrm>
            <a:off x="4776172" y="5344938"/>
            <a:ext cx="2843828" cy="320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Patterns emerge.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I connect. I distill.</a:t>
            </a:r>
            <a:endParaRPr lang="en-US" sz="850" dirty="0"/>
          </a:p>
        </p:txBody>
      </p:sp>
      <p:sp>
        <p:nvSpPr>
          <p:cNvPr id="31" name="stage-number-3"/>
          <p:cNvSpPr txBox="1"/>
          <p:nvPr/>
        </p:nvSpPr>
        <p:spPr>
          <a:xfrm>
            <a:off x="8458564" y="1917761"/>
            <a:ext cx="729187" cy="31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0" spc="144" dirty="0">
                <a:solidFill>
                  <a:srgbClr val="2027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000" dirty="0"/>
          </a:p>
        </p:txBody>
      </p:sp>
      <p:sp>
        <p:nvSpPr>
          <p:cNvPr id="32" name="stage-label-3"/>
          <p:cNvSpPr txBox="1"/>
          <p:nvPr/>
        </p:nvSpPr>
        <p:spPr>
          <a:xfrm>
            <a:off x="8465856" y="2267770"/>
            <a:ext cx="1968804" cy="16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kern="0" spc="258" dirty="0">
                <a:solidFill>
                  <a:srgbClr val="20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ARTICULATE</a:t>
            </a:r>
            <a:endParaRPr lang="en-US" sz="800" dirty="0"/>
          </a:p>
        </p:txBody>
      </p:sp>
      <p:sp>
        <p:nvSpPr>
          <p:cNvPr id="33" name="stage-subtitle-3"/>
          <p:cNvSpPr txBox="1"/>
          <p:nvPr/>
        </p:nvSpPr>
        <p:spPr>
          <a:xfrm>
            <a:off x="8465856" y="2413608"/>
            <a:ext cx="1822966" cy="18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i="1" kern="0" spc="69" dirty="0">
                <a:solidFill>
                  <a:srgbClr val="2027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 of view</a:t>
            </a:r>
            <a:endParaRPr lang="en-US" sz="950" dirty="0"/>
          </a:p>
        </p:txBody>
      </p:sp>
      <p:sp>
        <p:nvSpPr>
          <p:cNvPr id="34" name="caption-3"/>
          <p:cNvSpPr txBox="1"/>
          <p:nvPr/>
        </p:nvSpPr>
        <p:spPr>
          <a:xfrm>
            <a:off x="8465856" y="5344938"/>
            <a:ext cx="2843828" cy="320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point of view is not given.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kern="0" spc="9" dirty="0">
                <a:solidFill>
                  <a:srgbClr val="494642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It’s built.</a:t>
            </a:r>
            <a:endParaRPr lang="en-US" sz="850" dirty="0"/>
          </a:p>
        </p:txBody>
      </p:sp>
      <p:sp>
        <p:nvSpPr>
          <p:cNvPr id="35" name="bottom-observe"/>
          <p:cNvSpPr txBox="1"/>
          <p:nvPr/>
        </p:nvSpPr>
        <p:spPr>
          <a:xfrm>
            <a:off x="4163655" y="6336631"/>
            <a:ext cx="1312536" cy="182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55" dirty="0">
                <a:solidFill>
                  <a:srgbClr val="20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800" dirty="0"/>
          </a:p>
        </p:txBody>
      </p:sp>
      <p:sp>
        <p:nvSpPr>
          <p:cNvPr id="36" name="bottom-organize"/>
          <p:cNvSpPr txBox="1"/>
          <p:nvPr/>
        </p:nvSpPr>
        <p:spPr>
          <a:xfrm>
            <a:off x="5643904" y="6336631"/>
            <a:ext cx="1312536" cy="182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55" dirty="0">
                <a:solidFill>
                  <a:srgbClr val="20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</a:t>
            </a:r>
            <a:endParaRPr lang="en-US" sz="800" dirty="0"/>
          </a:p>
        </p:txBody>
      </p:sp>
      <p:sp>
        <p:nvSpPr>
          <p:cNvPr id="37" name="bottom-articulate"/>
          <p:cNvSpPr txBox="1"/>
          <p:nvPr/>
        </p:nvSpPr>
        <p:spPr>
          <a:xfrm>
            <a:off x="7138737" y="6336631"/>
            <a:ext cx="1312536" cy="182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55" dirty="0">
                <a:solidFill>
                  <a:srgbClr val="20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ARTICULATE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104</Words>
  <Application>Microsoft Macintosh PowerPoint</Application>
  <PresentationFormat>Custom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Courier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Fragments become a point of view</dc:title>
  <dc:subject>Editable single-slide presentation generated from a Slidecraft scene contract</dc:subject>
  <dc:creator>Slidecraft</dc:creator>
  <cp:lastModifiedBy>Han-yu Wang</cp:lastModifiedBy>
  <cp:revision>2</cp:revision>
  <dcterms:created xsi:type="dcterms:W3CDTF">2026-08-27T19:52:48Z</dcterms:created>
  <dcterms:modified xsi:type="dcterms:W3CDTF">2026-08-27T20:13:45Z</dcterms:modified>
</cp:coreProperties>
</file>